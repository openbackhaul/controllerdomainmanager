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7D989-D35E-42E8-85DC-3B9AF6EFF7A7}" v="5" dt="2025-09-09T08:52:59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35" autoAdjust="0"/>
    <p:restoredTop sz="94660"/>
  </p:normalViewPr>
  <p:slideViewPr>
    <p:cSldViewPr snapToGrid="0">
      <p:cViewPr>
        <p:scale>
          <a:sx n="200" d="100"/>
          <a:sy n="200" d="100"/>
        </p:scale>
        <p:origin x="-57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a Ul Haq Hussain Batcha (External)" userId="fa9909e3-fb61-4db9-b152-d864d342fcc3" providerId="ADAL" clId="{42D7D989-D35E-42E8-85DC-3B9AF6EFF7A7}"/>
    <pc:docChg chg="modSld">
      <pc:chgData name="Zia Ul Haq Hussain Batcha (External)" userId="fa9909e3-fb61-4db9-b152-d864d342fcc3" providerId="ADAL" clId="{42D7D989-D35E-42E8-85DC-3B9AF6EFF7A7}" dt="2025-09-09T08:59:38.254" v="45" actId="20577"/>
      <pc:docMkLst>
        <pc:docMk/>
      </pc:docMkLst>
      <pc:sldChg chg="addSp modSp mod">
        <pc:chgData name="Zia Ul Haq Hussain Batcha (External)" userId="fa9909e3-fb61-4db9-b152-d864d342fcc3" providerId="ADAL" clId="{42D7D989-D35E-42E8-85DC-3B9AF6EFF7A7}" dt="2025-09-09T08:59:38.254" v="45" actId="20577"/>
        <pc:sldMkLst>
          <pc:docMk/>
          <pc:sldMk cId="1799059246" sldId="257"/>
        </pc:sldMkLst>
        <pc:spChg chg="mod">
          <ac:chgData name="Zia Ul Haq Hussain Batcha (External)" userId="fa9909e3-fb61-4db9-b152-d864d342fcc3" providerId="ADAL" clId="{42D7D989-D35E-42E8-85DC-3B9AF6EFF7A7}" dt="2025-09-09T08:59:38.254" v="45" actId="20577"/>
          <ac:spMkLst>
            <pc:docMk/>
            <pc:sldMk cId="1799059246" sldId="257"/>
            <ac:spMk id="46" creationId="{64E56467-D07E-6490-9196-4BBC62E7EA9E}"/>
          </ac:spMkLst>
        </pc:spChg>
        <pc:spChg chg="add mod">
          <ac:chgData name="Zia Ul Haq Hussain Batcha (External)" userId="fa9909e3-fb61-4db9-b152-d864d342fcc3" providerId="ADAL" clId="{42D7D989-D35E-42E8-85DC-3B9AF6EFF7A7}" dt="2025-09-09T08:52:25.699" v="6" actId="20577"/>
          <ac:spMkLst>
            <pc:docMk/>
            <pc:sldMk cId="1799059246" sldId="257"/>
            <ac:spMk id="87" creationId="{4D6DC0EB-B01C-68D5-ED99-CEF2017D6669}"/>
          </ac:spMkLst>
        </pc:spChg>
        <pc:spChg chg="add mod">
          <ac:chgData name="Zia Ul Haq Hussain Batcha (External)" userId="fa9909e3-fb61-4db9-b152-d864d342fcc3" providerId="ADAL" clId="{42D7D989-D35E-42E8-85DC-3B9AF6EFF7A7}" dt="2025-09-09T08:52:45.168" v="17" actId="20577"/>
          <ac:spMkLst>
            <pc:docMk/>
            <pc:sldMk cId="1799059246" sldId="257"/>
            <ac:spMk id="88" creationId="{A37459AF-C967-009D-CFFB-A9B512967730}"/>
          </ac:spMkLst>
        </pc:spChg>
        <pc:spChg chg="add mod">
          <ac:chgData name="Zia Ul Haq Hussain Batcha (External)" userId="fa9909e3-fb61-4db9-b152-d864d342fcc3" providerId="ADAL" clId="{42D7D989-D35E-42E8-85DC-3B9AF6EFF7A7}" dt="2025-09-09T08:52:54.042" v="18"/>
          <ac:spMkLst>
            <pc:docMk/>
            <pc:sldMk cId="1799059246" sldId="257"/>
            <ac:spMk id="89" creationId="{F471BB60-6F98-E313-E563-BEC5AADEA7E4}"/>
          </ac:spMkLst>
        </pc:spChg>
        <pc:spChg chg="add mod">
          <ac:chgData name="Zia Ul Haq Hussain Batcha (External)" userId="fa9909e3-fb61-4db9-b152-d864d342fcc3" providerId="ADAL" clId="{42D7D989-D35E-42E8-85DC-3B9AF6EFF7A7}" dt="2025-09-09T08:53:26.763" v="36" actId="14100"/>
          <ac:spMkLst>
            <pc:docMk/>
            <pc:sldMk cId="1799059246" sldId="257"/>
            <ac:spMk id="90" creationId="{80810FF3-9475-AA09-FFCA-8740DF50F5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C3BA-1466-265D-ECB5-E348B148F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57496-CBD5-8AF2-4B52-36F4559AE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29D27-5B25-D689-2F48-9A4A7ADE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68D9-B0B8-1972-C911-DC0EF9B8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B052B-6465-0151-130D-1844407E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48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842F-A7AF-2068-D321-A30A4D70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F837-A9F8-218E-2BC1-52D7BAE7C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188C1-6636-4F84-5FFB-83B06CD24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16971-D2D0-3185-1C31-4961A539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9D9BD-427C-568D-292E-99A6A2A4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27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76D6-6A9E-8977-7FB9-705F9F3F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0EDFF-E0A1-B318-3EAF-3BDA13A37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E72FA-1E07-F5D6-EE6E-E71B0286B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7D906-2F67-4176-8329-1EEA9D97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44331-1FA0-4495-98F9-3A0BBC0D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5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ED3C-74C6-6FE5-9242-A006975E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5C14B-B049-2718-94DE-D17ACF6F1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B3A70-CE8B-2B1B-951B-357EF87E9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79410-9F1D-6DEB-B99D-32775FC7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B2474-5873-F50A-C087-B0371A32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D955F-8DCC-E606-81E6-DEEAEC03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63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233C6-E77C-0BBE-EE2C-1D0DFD04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3894-E21A-DD1A-1E25-E98AEC13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445412-85AB-30C6-EC2B-AF05C8110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3AA53-B241-8B76-9560-DFA681701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E8861-05D2-C355-8EB1-D4CA944CA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B52F8-7AC2-9D65-EC4A-EAC64B852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64262-C1D0-5855-A90B-95BE8AA4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1CE94E-3BFA-B437-2172-D40DAA84E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311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17FE-2875-F528-ECA7-DB43F089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790F5-C940-DAEB-6293-85373B12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306B2-144A-6597-FC8E-B0AC1ECEB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A5E2C-D2B1-DC4F-C257-1D91436E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721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9FBC7-1909-D0DA-E711-C930054DF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E7C39-E193-E0A6-D3F2-CDCBADC6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07B59-9DAD-F012-AA03-2FA2461A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9471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98897-9248-2D44-F1A7-06263EFD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4F576-0F0D-F674-2586-D5AB3E93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8F0D3-04FA-6211-D630-E8A5FA812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E9AF9-6BB5-50B1-BCEC-2C8475D85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E8EAA-22C6-1ABF-63C1-28E9CDBA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27ADB-8C4E-3530-2784-B4B6B9DAC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69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80E4-2F59-222E-E6C0-0EDF0149F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FFA33-F6BE-25D0-5EF5-A13D031B6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FA85C-261E-5101-BEBC-A0B07216D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2FF05-2770-7164-9EE8-FABA9F8FA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8180E-9745-6CC9-EF23-C495CE34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9C3FC-6D80-1B94-978D-1D8F5E52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885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934B-BE48-A58F-5C34-EF5CD3F7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49735-5EB5-AE1E-9968-1BD6A3E3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F848-8648-C4FF-EF90-7E482E078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D9D7C-1DBD-DA66-9C73-5D31F1E8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70746-7537-4666-569D-97E6C778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98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997B6-F6C0-293D-15FF-77B9E651A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18FC5-7A69-0919-9B9E-70480DB321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15CD90-9417-B91E-4E6E-A1B4FF13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34E3E-6B2C-4F23-05D7-662288F2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3E6A0-1BF0-E65F-8215-30E08871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996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40A17-291C-CA49-42A9-6AA42267A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1AC9D-70CE-3DF8-0A9D-118563729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97CD7-2884-7B88-6880-D25F11E85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D46FA-37B1-4B2E-A2A6-7F44CF4C9BF8}" type="datetimeFigureOut">
              <a:rPr lang="de-DE" smtClean="0"/>
              <a:t>09.09.2025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A5ABE-DAE3-AF59-B818-D4C8FECAB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E6522-2D3B-1613-5290-3E13D99D2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EAB02-A74B-4F6D-BC6F-5FDCF198984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505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3FB2-EE0B-CC96-EDE9-299671934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A3F8B-D42F-D2CF-D8D3-01A8FD7DE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323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1F98BA-8BCF-4F5A-77B9-41D226701EFF}"/>
              </a:ext>
            </a:extLst>
          </p:cNvPr>
          <p:cNvSpPr/>
          <p:nvPr/>
        </p:nvSpPr>
        <p:spPr>
          <a:xfrm>
            <a:off x="1044054" y="790243"/>
            <a:ext cx="1378424" cy="11805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 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"name": "</a:t>
            </a:r>
            <a:r>
              <a:rPr lang="en-US" sz="600" dirty="0" err="1">
                <a:solidFill>
                  <a:schemeClr val="tx1"/>
                </a:solidFill>
              </a:rPr>
              <a:t>app_read</a:t>
            </a:r>
            <a:r>
              <a:rPr lang="en-US" sz="600" dirty="0">
                <a:solidFill>
                  <a:schemeClr val="tx1"/>
                </a:solidFill>
              </a:rPr>
              <a:t>",</a:t>
            </a:r>
          </a:p>
          <a:p>
            <a:r>
              <a:rPr lang="en-US" sz="600" dirty="0">
                <a:solidFill>
                  <a:schemeClr val="tx1"/>
                </a:solidFill>
              </a:rPr>
              <a:t>  "description": "application user used only for read.",</a:t>
            </a:r>
          </a:p>
          <a:p>
            <a:r>
              <a:rPr lang="en-US" sz="600" dirty="0">
                <a:solidFill>
                  <a:schemeClr val="tx1"/>
                </a:solidFill>
              </a:rPr>
              <a:t> "enabled": 1,</a:t>
            </a:r>
          </a:p>
          <a:p>
            <a:r>
              <a:rPr lang="en-US" sz="600" dirty="0">
                <a:solidFill>
                  <a:schemeClr val="tx1"/>
                </a:solidFill>
              </a:rPr>
              <a:t> "email": "app_read@telefonica.com", "password": "Password@123",</a:t>
            </a:r>
          </a:p>
          <a:p>
            <a:r>
              <a:rPr lang="en-US" sz="600" dirty="0">
                <a:solidFill>
                  <a:schemeClr val="tx1"/>
                </a:solidFill>
              </a:rPr>
              <a:t>"</a:t>
            </a:r>
            <a:r>
              <a:rPr lang="en-US" sz="600" dirty="0" err="1">
                <a:solidFill>
                  <a:schemeClr val="tx1"/>
                </a:solidFill>
              </a:rPr>
              <a:t>domainid</a:t>
            </a:r>
            <a:r>
              <a:rPr lang="en-US" sz="600" dirty="0">
                <a:solidFill>
                  <a:schemeClr val="tx1"/>
                </a:solidFill>
              </a:rPr>
              <a:t>": "</a:t>
            </a:r>
            <a:r>
              <a:rPr lang="en-US" sz="600" dirty="0" err="1">
                <a:solidFill>
                  <a:schemeClr val="tx1"/>
                </a:solidFill>
              </a:rPr>
              <a:t>sdn</a:t>
            </a:r>
            <a:r>
              <a:rPr lang="en-US" sz="600" dirty="0">
                <a:solidFill>
                  <a:schemeClr val="tx1"/>
                </a:solidFill>
              </a:rPr>
              <a:t>"</a:t>
            </a:r>
          </a:p>
          <a:p>
            <a:r>
              <a:rPr lang="en-US" sz="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96CF38-E8EB-99BD-F54B-38A3EA680267}"/>
              </a:ext>
            </a:extLst>
          </p:cNvPr>
          <p:cNvSpPr/>
          <p:nvPr/>
        </p:nvSpPr>
        <p:spPr>
          <a:xfrm>
            <a:off x="1044054" y="552449"/>
            <a:ext cx="1378424" cy="2349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/</a:t>
            </a:r>
            <a:r>
              <a:rPr lang="de-DE" sz="1050" dirty="0" err="1">
                <a:solidFill>
                  <a:schemeClr val="tx1"/>
                </a:solidFill>
              </a:rPr>
              <a:t>auth</a:t>
            </a:r>
            <a:r>
              <a:rPr lang="de-DE" sz="1050" dirty="0">
                <a:solidFill>
                  <a:schemeClr val="tx1"/>
                </a:solidFill>
              </a:rPr>
              <a:t>/v1/</a:t>
            </a:r>
            <a:r>
              <a:rPr lang="de-DE" sz="1050" dirty="0" err="1">
                <a:solidFill>
                  <a:schemeClr val="tx1"/>
                </a:solidFill>
              </a:rPr>
              <a:t>users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39AA4-07AF-26F5-5253-5716CD76F50C}"/>
              </a:ext>
            </a:extLst>
          </p:cNvPr>
          <p:cNvSpPr/>
          <p:nvPr/>
        </p:nvSpPr>
        <p:spPr>
          <a:xfrm>
            <a:off x="1044054" y="387347"/>
            <a:ext cx="1378424" cy="1651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POST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81D2624A-5587-1408-33C5-B0D24C286508}"/>
              </a:ext>
            </a:extLst>
          </p:cNvPr>
          <p:cNvSpPr/>
          <p:nvPr/>
        </p:nvSpPr>
        <p:spPr>
          <a:xfrm>
            <a:off x="3063875" y="787400"/>
            <a:ext cx="1047750" cy="730250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00" dirty="0">
                <a:solidFill>
                  <a:schemeClr val="tx1"/>
                </a:solidFill>
              </a:rPr>
              <a:t>Planning to use existing roles?</a:t>
            </a:r>
            <a:endParaRPr lang="de-DE" sz="7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F6D18D-F910-505C-99C5-BDC22E3C0890}"/>
              </a:ext>
            </a:extLst>
          </p:cNvPr>
          <p:cNvSpPr/>
          <p:nvPr/>
        </p:nvSpPr>
        <p:spPr>
          <a:xfrm>
            <a:off x="4625453" y="790243"/>
            <a:ext cx="2202975" cy="1180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"</a:t>
            </a:r>
            <a:r>
              <a:rPr lang="en-US" sz="600" dirty="0" err="1">
                <a:solidFill>
                  <a:schemeClr val="tx1"/>
                </a:solidFill>
              </a:rPr>
              <a:t>roleid</a:t>
            </a:r>
            <a:r>
              <a:rPr lang="en-US" sz="600" dirty="0">
                <a:solidFill>
                  <a:schemeClr val="tx1"/>
                </a:solidFill>
              </a:rPr>
              <a:t>": "</a:t>
            </a:r>
            <a:r>
              <a:rPr lang="en-US" sz="600" dirty="0" err="1">
                <a:solidFill>
                  <a:schemeClr val="tx1"/>
                </a:solidFill>
              </a:rPr>
              <a:t>provisioner@sdn</a:t>
            </a:r>
            <a:r>
              <a:rPr lang="en-US" sz="600" dirty="0">
                <a:solidFill>
                  <a:schemeClr val="tx1"/>
                </a:solidFill>
              </a:rPr>
              <a:t>",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"</a:t>
            </a:r>
            <a:r>
              <a:rPr lang="en-US" sz="600" dirty="0" err="1">
                <a:solidFill>
                  <a:schemeClr val="tx1"/>
                </a:solidFill>
              </a:rPr>
              <a:t>domainid</a:t>
            </a:r>
            <a:r>
              <a:rPr lang="en-US" sz="600" dirty="0">
                <a:solidFill>
                  <a:schemeClr val="tx1"/>
                </a:solidFill>
              </a:rPr>
              <a:t>": "</a:t>
            </a:r>
            <a:r>
              <a:rPr lang="en-US" sz="600" dirty="0" err="1">
                <a:solidFill>
                  <a:schemeClr val="tx1"/>
                </a:solidFill>
              </a:rPr>
              <a:t>sdn</a:t>
            </a:r>
            <a:r>
              <a:rPr lang="en-US" sz="600" dirty="0">
                <a:solidFill>
                  <a:schemeClr val="tx1"/>
                </a:solidFill>
              </a:rPr>
              <a:t>"</a:t>
            </a:r>
          </a:p>
          <a:p>
            <a:r>
              <a:rPr lang="en-US" sz="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3AA448-7B8E-F9EC-0A7E-C55D391DE5FE}"/>
              </a:ext>
            </a:extLst>
          </p:cNvPr>
          <p:cNvSpPr/>
          <p:nvPr/>
        </p:nvSpPr>
        <p:spPr>
          <a:xfrm>
            <a:off x="4625454" y="552449"/>
            <a:ext cx="2202974" cy="2349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auth</a:t>
            </a:r>
            <a:r>
              <a:rPr lang="de-DE" sz="800" dirty="0">
                <a:solidFill>
                  <a:schemeClr val="tx1"/>
                </a:solidFill>
              </a:rPr>
              <a:t>/v1/</a:t>
            </a:r>
            <a:r>
              <a:rPr lang="de-DE" sz="800" dirty="0" err="1">
                <a:solidFill>
                  <a:schemeClr val="tx1"/>
                </a:solidFill>
              </a:rPr>
              <a:t>domains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sdn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users</a:t>
            </a:r>
            <a:r>
              <a:rPr lang="de-DE" sz="800" dirty="0">
                <a:solidFill>
                  <a:schemeClr val="tx1"/>
                </a:solidFill>
              </a:rPr>
              <a:t>/{{</a:t>
            </a:r>
            <a:r>
              <a:rPr lang="de-DE" sz="800" dirty="0" err="1">
                <a:solidFill>
                  <a:schemeClr val="tx1"/>
                </a:solidFill>
              </a:rPr>
              <a:t>userid</a:t>
            </a:r>
            <a:r>
              <a:rPr lang="de-DE" sz="800" dirty="0">
                <a:solidFill>
                  <a:schemeClr val="tx1"/>
                </a:solidFill>
              </a:rPr>
              <a:t>}}/</a:t>
            </a:r>
            <a:r>
              <a:rPr lang="de-DE" sz="800" dirty="0" err="1">
                <a:solidFill>
                  <a:schemeClr val="tx1"/>
                </a:solidFill>
              </a:rPr>
              <a:t>roles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F7CF20-3B71-E2D4-0C6B-8BD17739B141}"/>
              </a:ext>
            </a:extLst>
          </p:cNvPr>
          <p:cNvSpPr/>
          <p:nvPr/>
        </p:nvSpPr>
        <p:spPr>
          <a:xfrm>
            <a:off x="4625454" y="387347"/>
            <a:ext cx="2202974" cy="1651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POST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15" name="Callout: Left Arrow 14">
            <a:extLst>
              <a:ext uri="{FF2B5EF4-FFF2-40B4-BE49-F238E27FC236}">
                <a16:creationId xmlns:a16="http://schemas.microsoft.com/office/drawing/2014/main" id="{1195451F-2631-0896-004A-58278B7EDE51}"/>
              </a:ext>
            </a:extLst>
          </p:cNvPr>
          <p:cNvSpPr/>
          <p:nvPr/>
        </p:nvSpPr>
        <p:spPr>
          <a:xfrm>
            <a:off x="6826250" y="1171430"/>
            <a:ext cx="1276350" cy="720870"/>
          </a:xfrm>
          <a:prstGeom prst="leftArrowCallout">
            <a:avLst>
              <a:gd name="adj1" fmla="val 9939"/>
              <a:gd name="adj2" fmla="val 12628"/>
              <a:gd name="adj3" fmla="val 25000"/>
              <a:gd name="adj4" fmla="val 6448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Admin,</a:t>
            </a:r>
          </a:p>
          <a:p>
            <a:r>
              <a:rPr lang="en-US" sz="600" dirty="0">
                <a:solidFill>
                  <a:schemeClr val="tx1"/>
                </a:solidFill>
              </a:rPr>
              <a:t>Provisioner,</a:t>
            </a:r>
          </a:p>
          <a:p>
            <a:r>
              <a:rPr lang="en-US" sz="600" dirty="0">
                <a:solidFill>
                  <a:schemeClr val="tx1"/>
                </a:solidFill>
              </a:rPr>
              <a:t>Planner,</a:t>
            </a:r>
          </a:p>
          <a:p>
            <a:r>
              <a:rPr lang="en-US" sz="600" dirty="0">
                <a:solidFill>
                  <a:schemeClr val="tx1"/>
                </a:solidFill>
              </a:rPr>
              <a:t>Monitor</a:t>
            </a:r>
            <a:endParaRPr lang="de-DE" sz="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489924-9D1C-4E5F-0F92-646B319F2592}"/>
              </a:ext>
            </a:extLst>
          </p:cNvPr>
          <p:cNvSpPr/>
          <p:nvPr/>
        </p:nvSpPr>
        <p:spPr>
          <a:xfrm>
            <a:off x="7277100" y="1174750"/>
            <a:ext cx="825500" cy="1206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Existing Roles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E1725B-51D8-8102-3859-DF2989037C4C}"/>
              </a:ext>
            </a:extLst>
          </p:cNvPr>
          <p:cNvSpPr/>
          <p:nvPr/>
        </p:nvSpPr>
        <p:spPr>
          <a:xfrm>
            <a:off x="6985000" y="2377742"/>
            <a:ext cx="4473622" cy="347060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500" dirty="0">
                <a:solidFill>
                  <a:schemeClr val="tx1"/>
                </a:solidFill>
              </a:rPr>
              <a:t> {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"</a:t>
            </a:r>
            <a:r>
              <a:rPr lang="de-DE" sz="500" dirty="0" err="1">
                <a:solidFill>
                  <a:schemeClr val="tx1"/>
                </a:solidFill>
              </a:rPr>
              <a:t>policies</a:t>
            </a:r>
            <a:r>
              <a:rPr lang="de-DE" sz="500" dirty="0">
                <a:solidFill>
                  <a:schemeClr val="tx1"/>
                </a:solidFill>
              </a:rPr>
              <a:t>": [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{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resource</a:t>
            </a:r>
            <a:r>
              <a:rPr lang="de-DE" sz="500" dirty="0">
                <a:solidFill>
                  <a:schemeClr val="tx1"/>
                </a:solidFill>
              </a:rPr>
              <a:t>": "/</a:t>
            </a:r>
            <a:r>
              <a:rPr lang="de-DE" sz="500" dirty="0" err="1">
                <a:solidFill>
                  <a:schemeClr val="tx1"/>
                </a:solidFill>
              </a:rPr>
              <a:t>rests</a:t>
            </a:r>
            <a:r>
              <a:rPr lang="de-DE" sz="500" dirty="0">
                <a:solidFill>
                  <a:schemeClr val="tx1"/>
                </a:solidFill>
              </a:rPr>
              <a:t>/</a:t>
            </a:r>
            <a:r>
              <a:rPr lang="de-DE" sz="500" dirty="0" err="1">
                <a:solidFill>
                  <a:schemeClr val="tx1"/>
                </a:solidFill>
              </a:rPr>
              <a:t>data</a:t>
            </a:r>
            <a:r>
              <a:rPr lang="de-DE" sz="500" dirty="0">
                <a:solidFill>
                  <a:schemeClr val="tx1"/>
                </a:solidFill>
              </a:rPr>
              <a:t>/</a:t>
            </a:r>
            <a:r>
              <a:rPr lang="de-DE" sz="500" dirty="0" err="1">
                <a:solidFill>
                  <a:schemeClr val="tx1"/>
                </a:solidFill>
              </a:rPr>
              <a:t>network-topology:network-topology</a:t>
            </a:r>
            <a:r>
              <a:rPr lang="de-DE" sz="500" dirty="0">
                <a:solidFill>
                  <a:schemeClr val="tx1"/>
                </a:solidFill>
              </a:rPr>
              <a:t>/</a:t>
            </a:r>
            <a:r>
              <a:rPr lang="de-DE" sz="500" dirty="0" err="1">
                <a:solidFill>
                  <a:schemeClr val="tx1"/>
                </a:solidFill>
              </a:rPr>
              <a:t>topology</a:t>
            </a:r>
            <a:r>
              <a:rPr lang="de-DE" sz="500" dirty="0">
                <a:solidFill>
                  <a:schemeClr val="tx1"/>
                </a:solidFill>
              </a:rPr>
              <a:t>=</a:t>
            </a:r>
            <a:r>
              <a:rPr lang="de-DE" sz="500" dirty="0" err="1">
                <a:solidFill>
                  <a:schemeClr val="tx1"/>
                </a:solidFill>
              </a:rPr>
              <a:t>topology-netconf</a:t>
            </a:r>
            <a:r>
              <a:rPr lang="de-DE" sz="500" dirty="0">
                <a:solidFill>
                  <a:schemeClr val="tx1"/>
                </a:solidFill>
              </a:rPr>
              <a:t>/**",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permissions</a:t>
            </a:r>
            <a:r>
              <a:rPr lang="de-DE" sz="500" dirty="0">
                <a:solidFill>
                  <a:schemeClr val="tx1"/>
                </a:solidFill>
              </a:rPr>
              <a:t>": [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{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role</a:t>
            </a:r>
            <a:r>
              <a:rPr lang="de-DE" sz="500" dirty="0">
                <a:solidFill>
                  <a:schemeClr val="tx1"/>
                </a:solidFill>
              </a:rPr>
              <a:t>": "</a:t>
            </a:r>
            <a:r>
              <a:rPr lang="de-DE" sz="500" dirty="0" err="1">
                <a:solidFill>
                  <a:schemeClr val="tx1"/>
                </a:solidFill>
              </a:rPr>
              <a:t>admin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actions</a:t>
            </a:r>
            <a:r>
              <a:rPr lang="de-DE" sz="500" dirty="0">
                <a:solidFill>
                  <a:schemeClr val="tx1"/>
                </a:solidFill>
              </a:rPr>
              <a:t>": [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post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get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patch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put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delete</a:t>
            </a:r>
            <a:r>
              <a:rPr lang="de-DE" sz="500" dirty="0">
                <a:solidFill>
                  <a:schemeClr val="tx1"/>
                </a:solidFill>
              </a:rPr>
              <a:t>"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]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},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{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role</a:t>
            </a:r>
            <a:r>
              <a:rPr lang="de-DE" sz="500" dirty="0">
                <a:solidFill>
                  <a:schemeClr val="tx1"/>
                </a:solidFill>
              </a:rPr>
              <a:t>": "</a:t>
            </a:r>
            <a:r>
              <a:rPr lang="de-DE" sz="500" dirty="0" err="1">
                <a:solidFill>
                  <a:schemeClr val="tx1"/>
                </a:solidFill>
              </a:rPr>
              <a:t>custom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actions</a:t>
            </a:r>
            <a:r>
              <a:rPr lang="de-DE" sz="500" dirty="0">
                <a:solidFill>
                  <a:schemeClr val="tx1"/>
                </a:solidFill>
              </a:rPr>
              <a:t>": [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post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get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patch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put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delete</a:t>
            </a:r>
            <a:r>
              <a:rPr lang="de-DE" sz="500" dirty="0">
                <a:solidFill>
                  <a:schemeClr val="tx1"/>
                </a:solidFill>
              </a:rPr>
              <a:t>"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]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},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{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role</a:t>
            </a:r>
            <a:r>
              <a:rPr lang="de-DE" sz="500" dirty="0">
                <a:solidFill>
                  <a:schemeClr val="tx1"/>
                </a:solidFill>
              </a:rPr>
              <a:t>": "</a:t>
            </a:r>
            <a:r>
              <a:rPr lang="de-DE" sz="500" dirty="0" err="1">
                <a:solidFill>
                  <a:schemeClr val="tx1"/>
                </a:solidFill>
              </a:rPr>
              <a:t>planner</a:t>
            </a:r>
            <a:r>
              <a:rPr lang="de-DE" sz="500" dirty="0">
                <a:solidFill>
                  <a:schemeClr val="tx1"/>
                </a:solidFill>
              </a:rPr>
              <a:t>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actions</a:t>
            </a:r>
            <a:r>
              <a:rPr lang="de-DE" sz="500" dirty="0">
                <a:solidFill>
                  <a:schemeClr val="tx1"/>
                </a:solidFill>
              </a:rPr>
              <a:t>": [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get</a:t>
            </a:r>
            <a:r>
              <a:rPr lang="de-DE" sz="500" dirty="0">
                <a:solidFill>
                  <a:schemeClr val="tx1"/>
                </a:solidFill>
              </a:rPr>
              <a:t>"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]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},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{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role</a:t>
            </a:r>
            <a:r>
              <a:rPr lang="de-DE" sz="500" dirty="0">
                <a:solidFill>
                  <a:schemeClr val="tx1"/>
                </a:solidFill>
              </a:rPr>
              <a:t>": "monitor",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actions</a:t>
            </a:r>
            <a:r>
              <a:rPr lang="de-DE" sz="500" dirty="0">
                <a:solidFill>
                  <a:schemeClr val="tx1"/>
                </a:solidFill>
              </a:rPr>
              <a:t>": [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    "</a:t>
            </a:r>
            <a:r>
              <a:rPr lang="de-DE" sz="500" dirty="0" err="1">
                <a:solidFill>
                  <a:schemeClr val="tx1"/>
                </a:solidFill>
              </a:rPr>
              <a:t>get</a:t>
            </a:r>
            <a:r>
              <a:rPr lang="de-DE" sz="500" dirty="0">
                <a:solidFill>
                  <a:schemeClr val="tx1"/>
                </a:solidFill>
              </a:rPr>
              <a:t>"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    ]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    }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],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    "index":30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    }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    ]</a:t>
            </a:r>
          </a:p>
          <a:p>
            <a:r>
              <a:rPr lang="de-DE" sz="500" dirty="0">
                <a:solidFill>
                  <a:schemeClr val="tx1"/>
                </a:solidFill>
              </a:rPr>
              <a:t>        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C7A1F-A709-747E-F0BA-51175014BB82}"/>
              </a:ext>
            </a:extLst>
          </p:cNvPr>
          <p:cNvSpPr/>
          <p:nvPr/>
        </p:nvSpPr>
        <p:spPr>
          <a:xfrm>
            <a:off x="6985000" y="2139948"/>
            <a:ext cx="4473622" cy="2349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rests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data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aaa:http-authorization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policies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policies</a:t>
            </a:r>
            <a:r>
              <a:rPr lang="de-DE" sz="800" dirty="0">
                <a:solidFill>
                  <a:schemeClr val="tx1"/>
                </a:solidFill>
              </a:rPr>
              <a:t>=%2Frests%2Fdata%2Fnetwork-topology:network-topology%2Ftopology%3Dtopology-netconf%2F**</a:t>
            </a:r>
            <a:endParaRPr lang="de-DE" sz="1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A81314-AD5F-0239-B617-871BA4A41D08}"/>
              </a:ext>
            </a:extLst>
          </p:cNvPr>
          <p:cNvSpPr/>
          <p:nvPr/>
        </p:nvSpPr>
        <p:spPr>
          <a:xfrm>
            <a:off x="6985000" y="1974846"/>
            <a:ext cx="4473622" cy="165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PUT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C1D55A-ACD8-EDF9-D1EF-1CD74DD37A85}"/>
              </a:ext>
            </a:extLst>
          </p:cNvPr>
          <p:cNvSpPr/>
          <p:nvPr/>
        </p:nvSpPr>
        <p:spPr>
          <a:xfrm>
            <a:off x="2898538" y="2669842"/>
            <a:ext cx="1378424" cy="7972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"name": “custom",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"description": "read-only",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"</a:t>
            </a:r>
            <a:r>
              <a:rPr lang="en-US" sz="600" dirty="0" err="1">
                <a:solidFill>
                  <a:schemeClr val="tx1"/>
                </a:solidFill>
              </a:rPr>
              <a:t>domainid</a:t>
            </a:r>
            <a:r>
              <a:rPr lang="en-US" sz="600" dirty="0">
                <a:solidFill>
                  <a:schemeClr val="tx1"/>
                </a:solidFill>
              </a:rPr>
              <a:t>": "</a:t>
            </a:r>
            <a:r>
              <a:rPr lang="en-US" sz="600" dirty="0" err="1">
                <a:solidFill>
                  <a:schemeClr val="tx1"/>
                </a:solidFill>
              </a:rPr>
              <a:t>sdn</a:t>
            </a:r>
            <a:r>
              <a:rPr lang="en-US" sz="600" dirty="0">
                <a:solidFill>
                  <a:schemeClr val="tx1"/>
                </a:solidFill>
              </a:rPr>
              <a:t>"</a:t>
            </a:r>
          </a:p>
          <a:p>
            <a:r>
              <a:rPr lang="en-US" sz="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81E266-F35D-C309-D932-A03408AF7B30}"/>
              </a:ext>
            </a:extLst>
          </p:cNvPr>
          <p:cNvSpPr/>
          <p:nvPr/>
        </p:nvSpPr>
        <p:spPr>
          <a:xfrm>
            <a:off x="2898538" y="2432048"/>
            <a:ext cx="1378424" cy="2349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>
                <a:solidFill>
                  <a:schemeClr val="tx1"/>
                </a:solidFill>
              </a:rPr>
              <a:t>/auth/v1/roles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1B44E8-80B9-ADB5-EE77-CE79DAD15C58}"/>
              </a:ext>
            </a:extLst>
          </p:cNvPr>
          <p:cNvSpPr/>
          <p:nvPr/>
        </p:nvSpPr>
        <p:spPr>
          <a:xfrm>
            <a:off x="2898538" y="2266946"/>
            <a:ext cx="1378424" cy="1651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POST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945865A-82FE-4E4A-95B8-D2B2E837F211}"/>
              </a:ext>
            </a:extLst>
          </p:cNvPr>
          <p:cNvCxnSpPr>
            <a:endCxn id="7" idx="1"/>
          </p:cNvCxnSpPr>
          <p:nvPr/>
        </p:nvCxnSpPr>
        <p:spPr>
          <a:xfrm>
            <a:off x="2422478" y="1143000"/>
            <a:ext cx="641397" cy="9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A7199B-F4F9-A247-BF06-81D3794DB069}"/>
              </a:ext>
            </a:extLst>
          </p:cNvPr>
          <p:cNvCxnSpPr>
            <a:cxnSpLocks/>
          </p:cNvCxnSpPr>
          <p:nvPr/>
        </p:nvCxnSpPr>
        <p:spPr>
          <a:xfrm>
            <a:off x="4111625" y="1139825"/>
            <a:ext cx="513829" cy="7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438785-BDD4-FE8A-6994-F4446011947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587750" y="1517650"/>
            <a:ext cx="0" cy="74929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3D088D68-1F5D-0A9F-F8BF-7F3466AD430B}"/>
              </a:ext>
            </a:extLst>
          </p:cNvPr>
          <p:cNvCxnSpPr>
            <a:cxnSpLocks/>
            <a:stCxn id="20" idx="3"/>
            <a:endCxn id="8" idx="2"/>
          </p:cNvCxnSpPr>
          <p:nvPr/>
        </p:nvCxnSpPr>
        <p:spPr>
          <a:xfrm flipV="1">
            <a:off x="4276962" y="1970775"/>
            <a:ext cx="1449979" cy="1097696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893DA7CC-1A47-F3EF-CFDA-F0150620775F}"/>
              </a:ext>
            </a:extLst>
          </p:cNvPr>
          <p:cNvCxnSpPr>
            <a:cxnSpLocks/>
            <a:endCxn id="17" idx="1"/>
          </p:cNvCxnSpPr>
          <p:nvPr/>
        </p:nvCxnSpPr>
        <p:spPr>
          <a:xfrm rot="16200000" flipH="1">
            <a:off x="5430125" y="2558171"/>
            <a:ext cx="2138200" cy="971550"/>
          </a:xfrm>
          <a:prstGeom prst="bentConnector2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F97D200-40CB-6637-758D-983F54B8F340}"/>
              </a:ext>
            </a:extLst>
          </p:cNvPr>
          <p:cNvSpPr txBox="1"/>
          <p:nvPr/>
        </p:nvSpPr>
        <p:spPr>
          <a:xfrm>
            <a:off x="2396796" y="860425"/>
            <a:ext cx="74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User creation successful </a:t>
            </a:r>
            <a:endParaRPr lang="de-DE" sz="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BACC17-675E-F6FD-D6F3-F2D87FEF57FC}"/>
              </a:ext>
            </a:extLst>
          </p:cNvPr>
          <p:cNvSpPr txBox="1"/>
          <p:nvPr/>
        </p:nvSpPr>
        <p:spPr>
          <a:xfrm>
            <a:off x="3213577" y="1903417"/>
            <a:ext cx="748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NO</a:t>
            </a:r>
            <a:endParaRPr lang="de-DE" sz="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AD08C2-E538-6CDF-E7AC-2F44DC571449}"/>
              </a:ext>
            </a:extLst>
          </p:cNvPr>
          <p:cNvSpPr txBox="1"/>
          <p:nvPr/>
        </p:nvSpPr>
        <p:spPr>
          <a:xfrm>
            <a:off x="4026945" y="868127"/>
            <a:ext cx="748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YES</a:t>
            </a:r>
            <a:endParaRPr lang="de-DE" sz="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AC25AD-C8C0-37F6-738F-F6AFCABBDB1C}"/>
              </a:ext>
            </a:extLst>
          </p:cNvPr>
          <p:cNvSpPr txBox="1"/>
          <p:nvPr/>
        </p:nvSpPr>
        <p:spPr>
          <a:xfrm>
            <a:off x="4680995" y="3030657"/>
            <a:ext cx="748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To associate new role to new user</a:t>
            </a:r>
            <a:endParaRPr lang="de-DE" sz="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E56467-D07E-6490-9196-4BBC62E7EA9E}"/>
              </a:ext>
            </a:extLst>
          </p:cNvPr>
          <p:cNvSpPr txBox="1"/>
          <p:nvPr/>
        </p:nvSpPr>
        <p:spPr>
          <a:xfrm>
            <a:off x="6013450" y="3574149"/>
            <a:ext cx="748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Defining the </a:t>
            </a:r>
            <a:r>
              <a:rPr lang="en-IN" sz="800"/>
              <a:t>operations allowed </a:t>
            </a:r>
            <a:r>
              <a:rPr lang="en-IN" sz="800" dirty="0"/>
              <a:t>for new role for specified resource</a:t>
            </a:r>
            <a:endParaRPr lang="de-DE" sz="8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A9B3D4F-51EA-721F-D419-E783D4A1C4A4}"/>
              </a:ext>
            </a:extLst>
          </p:cNvPr>
          <p:cNvSpPr/>
          <p:nvPr/>
        </p:nvSpPr>
        <p:spPr>
          <a:xfrm>
            <a:off x="1031072" y="2622424"/>
            <a:ext cx="1378424" cy="2349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/</a:t>
            </a:r>
            <a:r>
              <a:rPr lang="de-DE" sz="1050" dirty="0" err="1">
                <a:solidFill>
                  <a:schemeClr val="tx1"/>
                </a:solidFill>
              </a:rPr>
              <a:t>auth</a:t>
            </a:r>
            <a:r>
              <a:rPr lang="de-DE" sz="1050" dirty="0">
                <a:solidFill>
                  <a:schemeClr val="tx1"/>
                </a:solidFill>
              </a:rPr>
              <a:t>/v1/</a:t>
            </a:r>
            <a:r>
              <a:rPr lang="de-DE" sz="1050" dirty="0" err="1">
                <a:solidFill>
                  <a:schemeClr val="tx1"/>
                </a:solidFill>
              </a:rPr>
              <a:t>users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550B0FA-62EC-5F61-6BFA-5B09C9675C79}"/>
              </a:ext>
            </a:extLst>
          </p:cNvPr>
          <p:cNvSpPr/>
          <p:nvPr/>
        </p:nvSpPr>
        <p:spPr>
          <a:xfrm>
            <a:off x="1031072" y="2457322"/>
            <a:ext cx="1378424" cy="1651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GET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217C275-4FC6-A805-E615-110ACD33332B}"/>
              </a:ext>
            </a:extLst>
          </p:cNvPr>
          <p:cNvCxnSpPr/>
          <p:nvPr/>
        </p:nvCxnSpPr>
        <p:spPr>
          <a:xfrm>
            <a:off x="1606550" y="1967931"/>
            <a:ext cx="0" cy="4641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E8C3DF-71A9-16F1-AA80-87E514335468}"/>
              </a:ext>
            </a:extLst>
          </p:cNvPr>
          <p:cNvCxnSpPr/>
          <p:nvPr/>
        </p:nvCxnSpPr>
        <p:spPr>
          <a:xfrm>
            <a:off x="1790700" y="1967931"/>
            <a:ext cx="0" cy="4641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AEFCFC98-DF4C-89AB-C58E-71BD24E05E5B}"/>
              </a:ext>
            </a:extLst>
          </p:cNvPr>
          <p:cNvSpPr/>
          <p:nvPr/>
        </p:nvSpPr>
        <p:spPr>
          <a:xfrm>
            <a:off x="2898538" y="4132252"/>
            <a:ext cx="1378424" cy="2349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/</a:t>
            </a:r>
            <a:r>
              <a:rPr lang="de-DE" sz="1050" dirty="0" err="1">
                <a:solidFill>
                  <a:schemeClr val="tx1"/>
                </a:solidFill>
              </a:rPr>
              <a:t>auth</a:t>
            </a:r>
            <a:r>
              <a:rPr lang="de-DE" sz="1050" dirty="0">
                <a:solidFill>
                  <a:schemeClr val="tx1"/>
                </a:solidFill>
              </a:rPr>
              <a:t>/v1/</a:t>
            </a:r>
            <a:r>
              <a:rPr lang="de-DE" sz="1050" dirty="0" err="1">
                <a:solidFill>
                  <a:schemeClr val="tx1"/>
                </a:solidFill>
              </a:rPr>
              <a:t>roles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4C3F32F-66CC-9714-EF1C-762D5CDE4D49}"/>
              </a:ext>
            </a:extLst>
          </p:cNvPr>
          <p:cNvSpPr/>
          <p:nvPr/>
        </p:nvSpPr>
        <p:spPr>
          <a:xfrm>
            <a:off x="2898538" y="3967150"/>
            <a:ext cx="1378424" cy="1651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>
                <a:solidFill>
                  <a:schemeClr val="tx1"/>
                </a:solidFill>
              </a:rPr>
              <a:t>GET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9E272FC-1A73-B581-8B9F-255F48903DBC}"/>
              </a:ext>
            </a:extLst>
          </p:cNvPr>
          <p:cNvCxnSpPr/>
          <p:nvPr/>
        </p:nvCxnSpPr>
        <p:spPr>
          <a:xfrm>
            <a:off x="3474016" y="3477759"/>
            <a:ext cx="0" cy="4641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B5725D-4BD1-E9B3-F0D7-AD7F3280A73B}"/>
              </a:ext>
            </a:extLst>
          </p:cNvPr>
          <p:cNvCxnSpPr/>
          <p:nvPr/>
        </p:nvCxnSpPr>
        <p:spPr>
          <a:xfrm>
            <a:off x="3658166" y="3477759"/>
            <a:ext cx="0" cy="4641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7C7CC074-C68C-37CB-9FD8-6773326595AF}"/>
              </a:ext>
            </a:extLst>
          </p:cNvPr>
          <p:cNvSpPr/>
          <p:nvPr/>
        </p:nvSpPr>
        <p:spPr>
          <a:xfrm>
            <a:off x="7226300" y="548847"/>
            <a:ext cx="2844800" cy="2349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auth</a:t>
            </a:r>
            <a:r>
              <a:rPr lang="de-DE" sz="800" dirty="0">
                <a:solidFill>
                  <a:schemeClr val="tx1"/>
                </a:solidFill>
              </a:rPr>
              <a:t>/v1/</a:t>
            </a:r>
            <a:r>
              <a:rPr lang="de-DE" sz="800" dirty="0" err="1">
                <a:solidFill>
                  <a:schemeClr val="tx1"/>
                </a:solidFill>
              </a:rPr>
              <a:t>domains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sdn</a:t>
            </a:r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users</a:t>
            </a:r>
            <a:r>
              <a:rPr lang="de-DE" sz="800" dirty="0">
                <a:solidFill>
                  <a:schemeClr val="tx1"/>
                </a:solidFill>
              </a:rPr>
              <a:t>/{{</a:t>
            </a:r>
            <a:r>
              <a:rPr lang="de-DE" sz="800" dirty="0" err="1">
                <a:solidFill>
                  <a:schemeClr val="tx1"/>
                </a:solidFill>
              </a:rPr>
              <a:t>userid</a:t>
            </a:r>
            <a:r>
              <a:rPr lang="de-DE" sz="800" dirty="0">
                <a:solidFill>
                  <a:schemeClr val="tx1"/>
                </a:solidFill>
              </a:rPr>
              <a:t>}}/</a:t>
            </a:r>
            <a:r>
              <a:rPr lang="de-DE" sz="800" dirty="0" err="1">
                <a:solidFill>
                  <a:schemeClr val="tx1"/>
                </a:solidFill>
              </a:rPr>
              <a:t>roles</a:t>
            </a:r>
            <a:endParaRPr lang="de-DE" sz="800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8CD8FB-6467-0FFD-11F6-97EFA7AF1993}"/>
              </a:ext>
            </a:extLst>
          </p:cNvPr>
          <p:cNvSpPr/>
          <p:nvPr/>
        </p:nvSpPr>
        <p:spPr>
          <a:xfrm>
            <a:off x="7226300" y="383745"/>
            <a:ext cx="2844800" cy="162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GET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EB48ED5-F216-D72A-7214-CFDF934A72F3}"/>
              </a:ext>
            </a:extLst>
          </p:cNvPr>
          <p:cNvCxnSpPr>
            <a:cxnSpLocks/>
            <a:stCxn id="9" idx="3"/>
            <a:endCxn id="59" idx="1"/>
          </p:cNvCxnSpPr>
          <p:nvPr/>
        </p:nvCxnSpPr>
        <p:spPr>
          <a:xfrm flipV="1">
            <a:off x="6828428" y="666323"/>
            <a:ext cx="397872" cy="36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738E913-D00F-AAB6-BD3D-05969DDFF753}"/>
              </a:ext>
            </a:extLst>
          </p:cNvPr>
          <p:cNvCxnSpPr>
            <a:cxnSpLocks/>
          </p:cNvCxnSpPr>
          <p:nvPr/>
        </p:nvCxnSpPr>
        <p:spPr>
          <a:xfrm flipV="1">
            <a:off x="6822078" y="482173"/>
            <a:ext cx="397872" cy="360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A834D408-ACBE-4E00-E7EF-C8536014E6A3}"/>
              </a:ext>
            </a:extLst>
          </p:cNvPr>
          <p:cNvSpPr/>
          <p:nvPr/>
        </p:nvSpPr>
        <p:spPr>
          <a:xfrm>
            <a:off x="6984999" y="6309154"/>
            <a:ext cx="4473609" cy="2349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/</a:t>
            </a:r>
            <a:r>
              <a:rPr lang="de-DE" sz="1050" dirty="0" err="1">
                <a:solidFill>
                  <a:schemeClr val="tx1"/>
                </a:solidFill>
              </a:rPr>
              <a:t>rests</a:t>
            </a:r>
            <a:r>
              <a:rPr lang="de-DE" sz="1050" dirty="0">
                <a:solidFill>
                  <a:schemeClr val="tx1"/>
                </a:solidFill>
              </a:rPr>
              <a:t>/</a:t>
            </a:r>
            <a:r>
              <a:rPr lang="de-DE" sz="1050" dirty="0" err="1">
                <a:solidFill>
                  <a:schemeClr val="tx1"/>
                </a:solidFill>
              </a:rPr>
              <a:t>data</a:t>
            </a:r>
            <a:r>
              <a:rPr lang="de-DE" sz="1050" dirty="0">
                <a:solidFill>
                  <a:schemeClr val="tx1"/>
                </a:solidFill>
              </a:rPr>
              <a:t>/</a:t>
            </a:r>
            <a:r>
              <a:rPr lang="de-DE" sz="1050" dirty="0" err="1">
                <a:solidFill>
                  <a:schemeClr val="tx1"/>
                </a:solidFill>
              </a:rPr>
              <a:t>aaa:http-authorization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877F70-5838-2CA4-49AC-EE53A5C6998B}"/>
              </a:ext>
            </a:extLst>
          </p:cNvPr>
          <p:cNvSpPr/>
          <p:nvPr/>
        </p:nvSpPr>
        <p:spPr>
          <a:xfrm>
            <a:off x="6984999" y="6144052"/>
            <a:ext cx="4473609" cy="1651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>
                <a:solidFill>
                  <a:schemeClr val="tx1"/>
                </a:solidFill>
              </a:rPr>
              <a:t>GET</a:t>
            </a:r>
            <a:endParaRPr lang="de-DE" sz="1050" dirty="0">
              <a:solidFill>
                <a:schemeClr val="tx1"/>
              </a:solidFill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6A7FA5-D6D7-24A2-E2CC-ACDBDB1A838B}"/>
              </a:ext>
            </a:extLst>
          </p:cNvPr>
          <p:cNvCxnSpPr>
            <a:cxnSpLocks/>
          </p:cNvCxnSpPr>
          <p:nvPr/>
        </p:nvCxnSpPr>
        <p:spPr>
          <a:xfrm>
            <a:off x="9321800" y="5875331"/>
            <a:ext cx="0" cy="26872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C3D665D-2979-604B-827C-172C6FC4C3F7}"/>
              </a:ext>
            </a:extLst>
          </p:cNvPr>
          <p:cNvCxnSpPr>
            <a:cxnSpLocks/>
          </p:cNvCxnSpPr>
          <p:nvPr/>
        </p:nvCxnSpPr>
        <p:spPr>
          <a:xfrm>
            <a:off x="9131300" y="5875331"/>
            <a:ext cx="0" cy="268721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23F7E2A-28E2-8BF4-63A0-8462D13EDB29}"/>
              </a:ext>
            </a:extLst>
          </p:cNvPr>
          <p:cNvCxnSpPr/>
          <p:nvPr/>
        </p:nvCxnSpPr>
        <p:spPr>
          <a:xfrm>
            <a:off x="1606550" y="2890102"/>
            <a:ext cx="0" cy="4641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ECF4FEC-2032-CBA0-06DD-4431923122E6}"/>
              </a:ext>
            </a:extLst>
          </p:cNvPr>
          <p:cNvCxnSpPr/>
          <p:nvPr/>
        </p:nvCxnSpPr>
        <p:spPr>
          <a:xfrm>
            <a:off x="1790700" y="2890102"/>
            <a:ext cx="0" cy="46411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C280039-629B-0717-0B59-C7D2D6DBD3B5}"/>
              </a:ext>
            </a:extLst>
          </p:cNvPr>
          <p:cNvSpPr/>
          <p:nvPr/>
        </p:nvSpPr>
        <p:spPr>
          <a:xfrm>
            <a:off x="1031072" y="3791105"/>
            <a:ext cx="1378424" cy="4641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 {</a:t>
            </a:r>
          </a:p>
          <a:p>
            <a:r>
              <a:rPr lang="en-US" sz="600" dirty="0">
                <a:solidFill>
                  <a:schemeClr val="tx1"/>
                </a:solidFill>
              </a:rPr>
              <a:t>password": "Password@123"</a:t>
            </a:r>
          </a:p>
          <a:p>
            <a:r>
              <a:rPr lang="en-US" sz="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11E0FC0-53D1-94A0-7054-DD63DA97EE3D}"/>
              </a:ext>
            </a:extLst>
          </p:cNvPr>
          <p:cNvSpPr/>
          <p:nvPr/>
        </p:nvSpPr>
        <p:spPr>
          <a:xfrm>
            <a:off x="1031072" y="3553311"/>
            <a:ext cx="1378424" cy="2349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/>
                </a:solidFill>
              </a:rPr>
              <a:t>/</a:t>
            </a:r>
            <a:r>
              <a:rPr lang="de-DE" sz="800" dirty="0" err="1">
                <a:solidFill>
                  <a:schemeClr val="tx1"/>
                </a:solidFill>
              </a:rPr>
              <a:t>auth</a:t>
            </a:r>
            <a:r>
              <a:rPr lang="de-DE" sz="800" dirty="0">
                <a:solidFill>
                  <a:schemeClr val="tx1"/>
                </a:solidFill>
              </a:rPr>
              <a:t>/v1/</a:t>
            </a:r>
            <a:r>
              <a:rPr lang="de-DE" sz="800" dirty="0" err="1">
                <a:solidFill>
                  <a:schemeClr val="tx1"/>
                </a:solidFill>
              </a:rPr>
              <a:t>users</a:t>
            </a:r>
            <a:r>
              <a:rPr lang="de-DE" sz="800" dirty="0">
                <a:solidFill>
                  <a:schemeClr val="tx1"/>
                </a:solidFill>
              </a:rPr>
              <a:t>/{{</a:t>
            </a:r>
            <a:r>
              <a:rPr lang="de-DE" sz="800" dirty="0" err="1">
                <a:solidFill>
                  <a:schemeClr val="tx1"/>
                </a:solidFill>
              </a:rPr>
              <a:t>userid</a:t>
            </a:r>
            <a:r>
              <a:rPr lang="de-DE" sz="800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ED5C7C2-6913-7D7F-BE1F-554230B13D21}"/>
              </a:ext>
            </a:extLst>
          </p:cNvPr>
          <p:cNvSpPr/>
          <p:nvPr/>
        </p:nvSpPr>
        <p:spPr>
          <a:xfrm>
            <a:off x="1031072" y="3388209"/>
            <a:ext cx="1378424" cy="1651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PUT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D6DC0EB-B01C-68D5-ED99-CEF2017D6669}"/>
              </a:ext>
            </a:extLst>
          </p:cNvPr>
          <p:cNvSpPr/>
          <p:nvPr/>
        </p:nvSpPr>
        <p:spPr>
          <a:xfrm>
            <a:off x="1031072" y="94308"/>
            <a:ext cx="1378424" cy="1651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USER </a:t>
            </a:r>
            <a:endParaRPr lang="de-DE" sz="105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37459AF-C967-009D-CFFB-A9B512967730}"/>
              </a:ext>
            </a:extLst>
          </p:cNvPr>
          <p:cNvSpPr/>
          <p:nvPr/>
        </p:nvSpPr>
        <p:spPr>
          <a:xfrm>
            <a:off x="2898538" y="4514826"/>
            <a:ext cx="1378424" cy="2349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ROLE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0810FF3-9475-AA09-FFCA-8740DF50F55E}"/>
              </a:ext>
            </a:extLst>
          </p:cNvPr>
          <p:cNvSpPr/>
          <p:nvPr/>
        </p:nvSpPr>
        <p:spPr>
          <a:xfrm>
            <a:off x="4619624" y="111215"/>
            <a:ext cx="5451475" cy="1622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chemeClr val="tx1"/>
                </a:solidFill>
              </a:rPr>
              <a:t>GRANT</a:t>
            </a:r>
            <a:endParaRPr lang="de-DE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05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44600e-3e04-492e-baa1-25ec245c6f10}" enabled="0" method="" siteId="{9744600e-3e04-492e-baa1-25ec245c6f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Zia Ul Haq Hussain Batcha (External)</dc:creator>
  <cp:lastModifiedBy>Zia Ul Haq Hussain Batcha (External)</cp:lastModifiedBy>
  <cp:revision>1</cp:revision>
  <dcterms:created xsi:type="dcterms:W3CDTF">2025-09-09T05:51:12Z</dcterms:created>
  <dcterms:modified xsi:type="dcterms:W3CDTF">2025-09-09T08:59:40Z</dcterms:modified>
</cp:coreProperties>
</file>